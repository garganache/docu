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nl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7" autoAdjust="0"/>
    <p:restoredTop sz="94660"/>
  </p:normalViewPr>
  <p:slideViewPr>
    <p:cSldViewPr snapToGrid="0">
      <p:cViewPr varScale="1">
        <p:scale>
          <a:sx n="80" d="100"/>
          <a:sy n="80" d="100"/>
        </p:scale>
        <p:origin x="60" y="11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0E01DC0-C7CF-65D3-C2E3-5AEB03AFE1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BCFA19B2-C2EA-B72A-076A-7009487E03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74701F41-9E07-EEE6-58AB-0A4FB1053F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D579A-8D64-4BD1-946A-B29241EFBB66}" type="datetimeFigureOut">
              <a:rPr lang="nl-BE" smtClean="0"/>
              <a:t>8/07/2022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A5385996-3476-6D63-66EB-D3C1709A4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225527F2-E53B-E19D-2E39-F6EEF089C6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097B4-0856-4E83-B21A-37F6C4589701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7049057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3622828-A8FC-068D-51C0-1CE27ABAE8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DC8727D9-60E7-CAD2-373D-393041BE60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FFA1CF5E-EB72-7844-053A-BAF138DA1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D579A-8D64-4BD1-946A-B29241EFBB66}" type="datetimeFigureOut">
              <a:rPr lang="nl-BE" smtClean="0"/>
              <a:t>8/07/2022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89694FFE-175A-1CF7-761A-665A174170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A82F1CD4-C795-4146-F574-57A121883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097B4-0856-4E83-B21A-37F6C4589701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639922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333762D-F574-C8F4-F607-846CE0E325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FC37FE15-EFFF-4A9B-A530-C854B5EA25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B5AEB144-DA00-F950-226D-100B059481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D579A-8D64-4BD1-946A-B29241EFBB66}" type="datetimeFigureOut">
              <a:rPr lang="nl-BE" smtClean="0"/>
              <a:t>8/07/2022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889D92A-8496-588D-937E-6699A8E43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4F6B4709-F1CB-C38E-07CB-B136A242A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097B4-0856-4E83-B21A-37F6C4589701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8775119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91A8AEB-0CCA-5722-FED7-47A79D2FCD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A929CD61-66CC-24C2-7975-CD6C629F3F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77EDB0FA-C826-5141-BFC3-44371CB6CA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5D0E3669-4D1D-2346-1714-2501042C74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D579A-8D64-4BD1-946A-B29241EFBB66}" type="datetimeFigureOut">
              <a:rPr lang="nl-BE" smtClean="0"/>
              <a:t>8/07/2022</a:t>
            </a:fld>
            <a:endParaRPr lang="nl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27759FFC-97D6-425B-D444-41EAEADBD5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AE58BEB3-E425-3796-6E45-3951B6A04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097B4-0856-4E83-B21A-37F6C4589701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8438699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74C0FD2-78BF-9A31-D520-80B69E0965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49151851-E0C9-019F-682A-445AED04DD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2053FC6D-119D-07BC-F03F-1CE2B617BB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4858A9D4-4152-C3BB-CF62-F31FD95B91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6DADB9F0-D856-D5A6-EAE6-1A0353CBA4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684992F6-9A26-07FC-0344-11AC2F4F85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D579A-8D64-4BD1-946A-B29241EFBB66}" type="datetimeFigureOut">
              <a:rPr lang="nl-BE" smtClean="0"/>
              <a:t>8/07/2022</a:t>
            </a:fld>
            <a:endParaRPr lang="nl-BE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94F505AD-5855-62AC-FF05-415E953768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1CC280D7-957B-817B-55A2-E08EF5453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097B4-0856-4E83-B21A-37F6C4589701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8981004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B8DB6E7-0B60-C677-843D-246A247DD6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1AE764AF-35B4-7B19-DE05-0EB1F74B19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D579A-8D64-4BD1-946A-B29241EFBB66}" type="datetimeFigureOut">
              <a:rPr lang="nl-BE" smtClean="0"/>
              <a:t>8/07/2022</a:t>
            </a:fld>
            <a:endParaRPr lang="nl-BE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4FEE3DF0-7DD6-921C-9795-E2FA3ACB35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587C2ABE-64E6-8C16-A3E1-78AAE96FD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097B4-0856-4E83-B21A-37F6C4589701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9201556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E05CD7F1-E930-78C4-E266-214EA77C9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D579A-8D64-4BD1-946A-B29241EFBB66}" type="datetimeFigureOut">
              <a:rPr lang="nl-BE" smtClean="0"/>
              <a:t>8/07/2022</a:t>
            </a:fld>
            <a:endParaRPr lang="nl-BE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C63BE868-B8E6-807B-1268-893F2D77F9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E0877F7F-E785-32CD-2FE4-BF3687E27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097B4-0856-4E83-B21A-37F6C4589701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004177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4B7F42D-18C3-F199-A12F-F20E13F0FB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C880D757-C7A2-E74E-2893-1910619871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55B1ED1B-E010-7282-AF50-A9D1A7BAEF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117811FF-99B1-FDB4-91D4-9E8B41948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D579A-8D64-4BD1-946A-B29241EFBB66}" type="datetimeFigureOut">
              <a:rPr lang="nl-BE" smtClean="0"/>
              <a:t>8/07/2022</a:t>
            </a:fld>
            <a:endParaRPr lang="nl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740E92C5-F78B-01DA-B30B-8D8DFC999D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C5E48A73-03DE-82FD-646C-6E6E2A89F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097B4-0856-4E83-B21A-37F6C4589701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6530732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2EA059-930F-78E8-8B6A-B29BD62102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6843726E-94AC-E3AB-181D-83A5A1843A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8451B065-C6D1-58E0-5BF4-21E4BD86B4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6F89D971-59B3-D86C-71C1-0A9BBBC45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D579A-8D64-4BD1-946A-B29241EFBB66}" type="datetimeFigureOut">
              <a:rPr lang="nl-BE" smtClean="0"/>
              <a:t>8/07/2022</a:t>
            </a:fld>
            <a:endParaRPr lang="nl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E97FDEA0-185A-8C38-3CC6-A97C81586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1C786236-953E-ED21-5899-E2E531400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097B4-0856-4E83-B21A-37F6C4589701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4204600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E310471-07A7-E910-3D90-F7518423C9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6F4930BE-8DE7-1EB4-C28A-BF4269DB9B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0ED6432C-065D-7B88-FD2D-83C9EDBE40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D579A-8D64-4BD1-946A-B29241EFBB66}" type="datetimeFigureOut">
              <a:rPr lang="nl-BE" smtClean="0"/>
              <a:t>8/07/2022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ED787D31-C6C5-EE81-13DB-DF76BC1394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FCFCCCC5-00C8-BF30-73C4-85F7249EA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097B4-0856-4E83-B21A-37F6C4589701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8441206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2B44C212-4BC9-DBD5-D1A4-4499AE81CA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9B530772-C16E-CFF2-B25B-FAD86773DE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B61BC3F4-EB10-7B8B-5900-847D8B61E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D579A-8D64-4BD1-946A-B29241EFBB66}" type="datetimeFigureOut">
              <a:rPr lang="nl-BE" smtClean="0"/>
              <a:t>8/07/2022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F6C7008E-9CEF-C580-07CD-DE25F5BE9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94E3BF20-04EE-6470-7C68-55913CD71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097B4-0856-4E83-B21A-37F6C4589701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2592366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C6C1B21F-B270-409E-108D-22311278AF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D4ED15D9-D607-7671-470E-3EEDAAC7F7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941160FF-44D3-F10C-61D4-CFD9177686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6D579A-8D64-4BD1-946A-B29241EFBB66}" type="datetimeFigureOut">
              <a:rPr lang="nl-BE" smtClean="0"/>
              <a:t>8/07/2022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40F4695A-6922-24FF-AA64-6B7610B8D1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2EA42CF0-A199-09DD-BAB3-33E3E90D76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2097B4-0856-4E83-B21A-37F6C4589701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8856046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Afbeelding 4">
            <a:extLst>
              <a:ext uri="{FF2B5EF4-FFF2-40B4-BE49-F238E27FC236}">
                <a16:creationId xmlns:a16="http://schemas.microsoft.com/office/drawing/2014/main" id="{2FEE396A-7756-57C0-6A82-F76906C89F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5379"/>
            <a:ext cx="12192000" cy="3507242"/>
          </a:xfrm>
          <a:prstGeom prst="rect">
            <a:avLst/>
          </a:prstGeom>
        </p:spPr>
      </p:pic>
      <p:sp>
        <p:nvSpPr>
          <p:cNvPr id="6" name="Rechthoek 5">
            <a:extLst>
              <a:ext uri="{FF2B5EF4-FFF2-40B4-BE49-F238E27FC236}">
                <a16:creationId xmlns:a16="http://schemas.microsoft.com/office/drawing/2014/main" id="{68A77F91-150D-6A61-0D81-7C0E075A1026}"/>
              </a:ext>
            </a:extLst>
          </p:cNvPr>
          <p:cNvSpPr/>
          <p:nvPr/>
        </p:nvSpPr>
        <p:spPr>
          <a:xfrm>
            <a:off x="10711756" y="4561777"/>
            <a:ext cx="766011" cy="26498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270042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Afbeelding 4">
            <a:extLst>
              <a:ext uri="{FF2B5EF4-FFF2-40B4-BE49-F238E27FC236}">
                <a16:creationId xmlns:a16="http://schemas.microsoft.com/office/drawing/2014/main" id="{C5EB066B-5823-F89B-D7A3-94834A2970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5280" y="148305"/>
            <a:ext cx="6801439" cy="6561389"/>
          </a:xfrm>
          <a:prstGeom prst="rect">
            <a:avLst/>
          </a:prstGeom>
        </p:spPr>
      </p:pic>
      <p:sp>
        <p:nvSpPr>
          <p:cNvPr id="6" name="Rechthoek 5">
            <a:extLst>
              <a:ext uri="{FF2B5EF4-FFF2-40B4-BE49-F238E27FC236}">
                <a16:creationId xmlns:a16="http://schemas.microsoft.com/office/drawing/2014/main" id="{FEAF44DF-4C47-2A13-C657-05AFFDA23E02}"/>
              </a:ext>
            </a:extLst>
          </p:cNvPr>
          <p:cNvSpPr/>
          <p:nvPr/>
        </p:nvSpPr>
        <p:spPr>
          <a:xfrm>
            <a:off x="7018256" y="1286759"/>
            <a:ext cx="716437" cy="391212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7" name="Rechthoek 6">
            <a:extLst>
              <a:ext uri="{FF2B5EF4-FFF2-40B4-BE49-F238E27FC236}">
                <a16:creationId xmlns:a16="http://schemas.microsoft.com/office/drawing/2014/main" id="{043E03C2-2C79-F783-5469-4B1F7769EAEB}"/>
              </a:ext>
            </a:extLst>
          </p:cNvPr>
          <p:cNvSpPr/>
          <p:nvPr/>
        </p:nvSpPr>
        <p:spPr>
          <a:xfrm>
            <a:off x="3782113" y="1288330"/>
            <a:ext cx="1575700" cy="389641"/>
          </a:xfrm>
          <a:prstGeom prst="rect">
            <a:avLst/>
          </a:prstGeom>
          <a:noFill/>
          <a:ln w="254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8" name="Rechthoek 7">
            <a:extLst>
              <a:ext uri="{FF2B5EF4-FFF2-40B4-BE49-F238E27FC236}">
                <a16:creationId xmlns:a16="http://schemas.microsoft.com/office/drawing/2014/main" id="{E4724897-E92B-DEE9-1E70-56B70F08788F}"/>
              </a:ext>
            </a:extLst>
          </p:cNvPr>
          <p:cNvSpPr/>
          <p:nvPr/>
        </p:nvSpPr>
        <p:spPr>
          <a:xfrm>
            <a:off x="3782113" y="1743958"/>
            <a:ext cx="4247462" cy="746829"/>
          </a:xfrm>
          <a:prstGeom prst="rect">
            <a:avLst/>
          </a:prstGeom>
          <a:noFill/>
          <a:ln w="254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9" name="Rechthoek 8">
            <a:extLst>
              <a:ext uri="{FF2B5EF4-FFF2-40B4-BE49-F238E27FC236}">
                <a16:creationId xmlns:a16="http://schemas.microsoft.com/office/drawing/2014/main" id="{DFE75410-AEA2-2844-0C4A-76EAF7EA40DE}"/>
              </a:ext>
            </a:extLst>
          </p:cNvPr>
          <p:cNvSpPr/>
          <p:nvPr/>
        </p:nvSpPr>
        <p:spPr>
          <a:xfrm>
            <a:off x="3782113" y="2556774"/>
            <a:ext cx="4247462" cy="76745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10" name="Rechthoek 9">
            <a:extLst>
              <a:ext uri="{FF2B5EF4-FFF2-40B4-BE49-F238E27FC236}">
                <a16:creationId xmlns:a16="http://schemas.microsoft.com/office/drawing/2014/main" id="{F118C688-2B33-3B3C-3D18-E5D19F542194}"/>
              </a:ext>
            </a:extLst>
          </p:cNvPr>
          <p:cNvSpPr/>
          <p:nvPr/>
        </p:nvSpPr>
        <p:spPr>
          <a:xfrm>
            <a:off x="5594956" y="5985774"/>
            <a:ext cx="653444" cy="491225"/>
          </a:xfrm>
          <a:prstGeom prst="rect">
            <a:avLst/>
          </a:prstGeom>
          <a:noFill/>
          <a:ln w="254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682930762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260</TotalTime>
  <Words>0</Words>
  <Application>Microsoft Office PowerPoint</Application>
  <PresentationFormat>Breedbeeld</PresentationFormat>
  <Paragraphs>0</Paragraphs>
  <Slides>2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3</vt:i4>
      </vt:variant>
      <vt:variant>
        <vt:lpstr>Thema</vt:lpstr>
      </vt:variant>
      <vt:variant>
        <vt:i4>1</vt:i4>
      </vt:variant>
      <vt:variant>
        <vt:lpstr>Diatitels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Kantoorthema</vt:lpstr>
      <vt:lpstr>PowerPoint-presentatie</vt:lpstr>
      <vt:lpstr>PowerPoint-presentatie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PowerPoint-presentatie</dc:title>
  <dc:creator>Maarten Baeten</dc:creator>
  <cp:lastModifiedBy>Maarten Baeten</cp:lastModifiedBy>
  <cp:revision>1</cp:revision>
  <dcterms:created xsi:type="dcterms:W3CDTF">2022-07-08T09:08:18Z</dcterms:created>
  <dcterms:modified xsi:type="dcterms:W3CDTF">2022-07-08T13:29:04Z</dcterms:modified>
</cp:coreProperties>
</file>